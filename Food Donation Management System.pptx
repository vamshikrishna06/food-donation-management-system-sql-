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70" r:id="rId5"/>
    <p:sldId id="260" r:id="rId6"/>
    <p:sldId id="262" r:id="rId7"/>
    <p:sldId id="263" r:id="rId8"/>
    <p:sldId id="271" r:id="rId9"/>
    <p:sldId id="272" r:id="rId10"/>
    <p:sldId id="273" r:id="rId11"/>
    <p:sldId id="274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40FC2-D719-4455-98EB-0EDF7696A73B}" v="12" dt="2025-09-22T14:02:20.691"/>
    <p1510:client id="{BAFA9E2A-E8A3-46B6-9B29-318B24EB7A03}" v="21" dt="2025-09-22T13:50:43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13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 Bharadwaj" userId="e19c267242d4bc4c" providerId="LiveId" clId="{25E71196-1C13-4675-8601-37984577C6DC}"/>
    <pc:docChg chg="undo custSel addSld delSld modSld">
      <pc:chgData name="Anand Bharadwaj" userId="e19c267242d4bc4c" providerId="LiveId" clId="{25E71196-1C13-4675-8601-37984577C6DC}" dt="2025-09-22T14:02:53.952" v="168" actId="14100"/>
      <pc:docMkLst>
        <pc:docMk/>
      </pc:docMkLst>
      <pc:sldChg chg="new del">
        <pc:chgData name="Anand Bharadwaj" userId="e19c267242d4bc4c" providerId="LiveId" clId="{25E71196-1C13-4675-8601-37984577C6DC}" dt="2025-09-22T13:53:07.503" v="4" actId="47"/>
        <pc:sldMkLst>
          <pc:docMk/>
          <pc:sldMk cId="472297620" sldId="269"/>
        </pc:sldMkLst>
      </pc:sldChg>
      <pc:sldChg chg="new del">
        <pc:chgData name="Anand Bharadwaj" userId="e19c267242d4bc4c" providerId="LiveId" clId="{25E71196-1C13-4675-8601-37984577C6DC}" dt="2025-09-22T13:52:43.734" v="1" actId="47"/>
        <pc:sldMkLst>
          <pc:docMk/>
          <pc:sldMk cId="1258913734" sldId="269"/>
        </pc:sldMkLst>
      </pc:sldChg>
      <pc:sldChg chg="addSp modSp new mod">
        <pc:chgData name="Anand Bharadwaj" userId="e19c267242d4bc4c" providerId="LiveId" clId="{25E71196-1C13-4675-8601-37984577C6DC}" dt="2025-09-22T14:02:53.952" v="168" actId="14100"/>
        <pc:sldMkLst>
          <pc:docMk/>
          <pc:sldMk cId="1863379667" sldId="270"/>
        </pc:sldMkLst>
        <pc:spChg chg="add mod">
          <ac:chgData name="Anand Bharadwaj" userId="e19c267242d4bc4c" providerId="LiveId" clId="{25E71196-1C13-4675-8601-37984577C6DC}" dt="2025-09-22T13:53:45.621" v="24" actId="255"/>
          <ac:spMkLst>
            <pc:docMk/>
            <pc:sldMk cId="1863379667" sldId="270"/>
            <ac:spMk id="2" creationId="{FEB4E1FF-394F-9145-1E32-2A256898B109}"/>
          </ac:spMkLst>
        </pc:spChg>
        <pc:spChg chg="add mod">
          <ac:chgData name="Anand Bharadwaj" userId="e19c267242d4bc4c" providerId="LiveId" clId="{25E71196-1C13-4675-8601-37984577C6DC}" dt="2025-09-22T14:01:17.622" v="135" actId="1076"/>
          <ac:spMkLst>
            <pc:docMk/>
            <pc:sldMk cId="1863379667" sldId="270"/>
            <ac:spMk id="3" creationId="{BAA35835-120B-B658-D9B3-C717E6335D16}"/>
          </ac:spMkLst>
        </pc:spChg>
        <pc:spChg chg="add mod">
          <ac:chgData name="Anand Bharadwaj" userId="e19c267242d4bc4c" providerId="LiveId" clId="{25E71196-1C13-4675-8601-37984577C6DC}" dt="2025-09-22T14:00:56.660" v="131" actId="1076"/>
          <ac:spMkLst>
            <pc:docMk/>
            <pc:sldMk cId="1863379667" sldId="270"/>
            <ac:spMk id="6" creationId="{579A26DD-B16D-5B81-D43D-55C4DD616305}"/>
          </ac:spMkLst>
        </pc:spChg>
        <pc:spChg chg="add mod">
          <ac:chgData name="Anand Bharadwaj" userId="e19c267242d4bc4c" providerId="LiveId" clId="{25E71196-1C13-4675-8601-37984577C6DC}" dt="2025-09-22T14:01:24.297" v="137" actId="1076"/>
          <ac:spMkLst>
            <pc:docMk/>
            <pc:sldMk cId="1863379667" sldId="270"/>
            <ac:spMk id="9" creationId="{D0E19E8D-BA2A-EC6F-5D93-42467FA28FA0}"/>
          </ac:spMkLst>
        </pc:spChg>
        <pc:spChg chg="add mod">
          <ac:chgData name="Anand Bharadwaj" userId="e19c267242d4bc4c" providerId="LiveId" clId="{25E71196-1C13-4675-8601-37984577C6DC}" dt="2025-09-22T14:01:08.078" v="133" actId="1076"/>
          <ac:spMkLst>
            <pc:docMk/>
            <pc:sldMk cId="1863379667" sldId="270"/>
            <ac:spMk id="12" creationId="{8118BC00-C1AB-9CF4-E9BA-2E7D795D75AB}"/>
          </ac:spMkLst>
        </pc:spChg>
        <pc:spChg chg="add mod">
          <ac:chgData name="Anand Bharadwaj" userId="e19c267242d4bc4c" providerId="LiveId" clId="{25E71196-1C13-4675-8601-37984577C6DC}" dt="2025-09-22T14:02:23.396" v="165" actId="20577"/>
          <ac:spMkLst>
            <pc:docMk/>
            <pc:sldMk cId="1863379667" sldId="270"/>
            <ac:spMk id="15" creationId="{BF5DCFBB-7D1F-8FE5-0F4D-66F9AEC6D844}"/>
          </ac:spMkLst>
        </pc:spChg>
        <pc:picChg chg="add mod">
          <ac:chgData name="Anand Bharadwaj" userId="e19c267242d4bc4c" providerId="LiveId" clId="{25E71196-1C13-4675-8601-37984577C6DC}" dt="2025-09-22T14:01:19.998" v="136" actId="1076"/>
          <ac:picMkLst>
            <pc:docMk/>
            <pc:sldMk cId="1863379667" sldId="270"/>
            <ac:picMk id="5" creationId="{5C28FA0F-0E26-1D80-655D-CAEA8A9FF890}"/>
          </ac:picMkLst>
        </pc:picChg>
        <pc:picChg chg="add mod">
          <ac:chgData name="Anand Bharadwaj" userId="e19c267242d4bc4c" providerId="LiveId" clId="{25E71196-1C13-4675-8601-37984577C6DC}" dt="2025-09-22T14:00:59.755" v="132" actId="1076"/>
          <ac:picMkLst>
            <pc:docMk/>
            <pc:sldMk cId="1863379667" sldId="270"/>
            <ac:picMk id="8" creationId="{E4767A4C-61C3-5DAB-E4CD-2D61543FF576}"/>
          </ac:picMkLst>
        </pc:picChg>
        <pc:picChg chg="add mod">
          <ac:chgData name="Anand Bharadwaj" userId="e19c267242d4bc4c" providerId="LiveId" clId="{25E71196-1C13-4675-8601-37984577C6DC}" dt="2025-09-22T14:01:54.386" v="144" actId="14100"/>
          <ac:picMkLst>
            <pc:docMk/>
            <pc:sldMk cId="1863379667" sldId="270"/>
            <ac:picMk id="11" creationId="{8998B5A4-E8EE-24C1-FADB-71C4296C2790}"/>
          </ac:picMkLst>
        </pc:picChg>
        <pc:picChg chg="add mod">
          <ac:chgData name="Anand Bharadwaj" userId="e19c267242d4bc4c" providerId="LiveId" clId="{25E71196-1C13-4675-8601-37984577C6DC}" dt="2025-09-22T14:01:50.276" v="143" actId="14100"/>
          <ac:picMkLst>
            <pc:docMk/>
            <pc:sldMk cId="1863379667" sldId="270"/>
            <ac:picMk id="14" creationId="{804EC669-6A28-CD8E-70FB-6F552557B1CB}"/>
          </ac:picMkLst>
        </pc:picChg>
        <pc:picChg chg="add mod">
          <ac:chgData name="Anand Bharadwaj" userId="e19c267242d4bc4c" providerId="LiveId" clId="{25E71196-1C13-4675-8601-37984577C6DC}" dt="2025-09-22T14:02:53.952" v="168" actId="14100"/>
          <ac:picMkLst>
            <pc:docMk/>
            <pc:sldMk cId="1863379667" sldId="270"/>
            <ac:picMk id="17" creationId="{5BF4919E-FBF3-77B2-4E68-44010144B0B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0DD94-90BB-BBD7-E6E0-8358E0004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7BE51-AFEA-D7E4-E9D1-ED410D51B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CC3C9-C569-F657-D36F-74857998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A0447-1117-45E2-A19A-01C8012258A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13C10-82F3-BF84-534E-A9BA8114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310B0-FB0C-268E-A7E9-EF3EBC080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2F31-584A-421F-8F13-EE508E96B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3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3FF2A-4FC2-4714-8E07-7F295150A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E353E-9D29-3ADA-8D62-4C514FFB7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4B183-23E7-6919-3BE3-DCD158D7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A0447-1117-45E2-A19A-01C8012258A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D1F9D-BD8F-78F2-92FB-4B67365B0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9E32C-FAC8-AF91-D57C-18E4B2D2D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2F31-584A-421F-8F13-EE508E96B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556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2935-826E-207F-B4B7-CDDB2A208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67558-DCAF-B244-D469-148EFF4FB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08789-BA06-F287-5594-2EF318E0C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A0447-1117-45E2-A19A-01C8012258A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564A4-86D2-D78A-3B65-52158506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5EBCD-FF71-1E89-317E-734AC5AB8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2F31-584A-421F-8F13-EE508E96B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46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48D0-9CF5-4733-816A-0204C2F8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6A52A-46AB-29A5-7804-1D76068A0F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D7F44-73AA-AFDC-2BF6-C41F03734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2484D-8516-A09E-0B24-252F198DA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A0447-1117-45E2-A19A-01C8012258A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6438B-8BF4-2203-12EF-3DF8B0D5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B4DE8-F664-4682-D903-E6FE6620C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2F31-584A-421F-8F13-EE508E96B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667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58BD9-5347-6151-A58F-A8B28FE31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7D6B1-1EDA-FDCE-2EB8-8FC30F882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F2CA4-16E1-672D-7755-D2B53CC04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AE97D-35B7-0D95-47D5-880863814C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291435-806B-E26B-69CC-8DD65A4461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4CC27E-693B-7C47-07C7-DEF3CFEF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A0447-1117-45E2-A19A-01C8012258A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4BE0FD-39E1-3AAF-2591-06F1E17AD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B6751-AE8F-A7A0-BBED-09E584301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2F31-584A-421F-8F13-EE508E96B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300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3B67-6AC0-6BCF-ECA9-56EC73EFD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26006-B121-F6C5-1D49-EF6E72737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A0447-1117-45E2-A19A-01C8012258A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846B62-4B64-20F9-F48B-FD2DD5CF2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84071F-AE2C-10EA-3E1F-33E48169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2F31-584A-421F-8F13-EE508E96B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800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3B671D-5110-EAA5-91DF-95406AA30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A0447-1117-45E2-A19A-01C8012258A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651208-364B-F26E-4AE2-26ACDCA38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9D7A0-6D1D-A575-74A2-0B7875EDE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2F31-584A-421F-8F13-EE508E96B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737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4104-0798-AD1A-151C-5A9BEA8FB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6CA87-CAAA-4485-30C5-62362B310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BF50A-F1F7-19ED-688F-68FC22B43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9A0B4-2E7C-2386-3332-EEA9F69F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A0447-1117-45E2-A19A-01C8012258A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7306E-F370-5A26-01E6-05BCF41AE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DAC0A-0A27-FD66-5300-B5FA2728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2F31-584A-421F-8F13-EE508E96B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051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CD640-D124-F775-EEC6-B43DBDA26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CC651-0672-7492-8F13-5C74788D2E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6F348-A157-BA1F-2F70-1D50AC085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7C1C1-13DC-8CD7-E63A-42D683C44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A0447-1117-45E2-A19A-01C8012258A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CD92B-13CA-2144-38C8-748E43F70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E06D7-1164-8876-B84B-FC495940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2F31-584A-421F-8F13-EE508E96B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579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9160-A29A-B898-630A-1D537B767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43AC06-CC82-6D49-2AD8-B3E31ADEF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141C1-EAD3-ECFB-6C8C-517645F0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A0447-1117-45E2-A19A-01C8012258A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B0781-9B12-6136-B0C0-929EFA81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304F5-278D-C566-06D8-595ECC73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2F31-584A-421F-8F13-EE508E96B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762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14A4E9-538E-CBFA-B44E-5F76E60FCD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22D6D-1DEE-C039-3EC1-A083D470B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D149D-A7A0-ABE1-7533-89D4E764F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A0447-1117-45E2-A19A-01C8012258A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A759F-C433-6C9D-5B9A-C1B317756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B123F-E2CF-4393-044B-4A5059F94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2F31-584A-421F-8F13-EE508E96B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993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556CFF-C8B9-9441-080D-66903948A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2B1A7-BB2B-AAEC-AD05-CA8CBA7F0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393D1-B6CF-06E6-49CE-6A0B26919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FA0447-1117-45E2-A19A-01C8012258A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608A9-D3CA-B317-EC24-F2EF54146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98979-DD67-DE94-FEAC-85FA46CA1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632F31-584A-421F-8F13-EE508E96B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55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612D5-2B44-E6EC-D860-980470432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006" y="2366920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</a:rPr>
              <a:t> Food Donation Management System </a:t>
            </a:r>
          </a:p>
        </p:txBody>
      </p:sp>
    </p:spTree>
    <p:extLst>
      <p:ext uri="{BB962C8B-B14F-4D97-AF65-F5344CB8AC3E}">
        <p14:creationId xmlns:p14="http://schemas.microsoft.com/office/powerpoint/2010/main" val="3677191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9F83F-B88E-7330-3F02-7E863A5C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40F49-5B14-FEC8-9A2D-030A40EF2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onsolas" panose="020B0609020204030204" pitchFamily="49" charset="0"/>
              </a:rPr>
              <a:t>	A lot of food gets wasted, and it’s hard for organizations to keep track of donations from restaurants, households, or others. NGOs need these donations to help people, but without a proper system, food can expire, and donors’ contributions might not be recorded properly.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onsolas" panose="020B0609020204030204" pitchFamily="49" charset="0"/>
              </a:rPr>
              <a:t>This system helps by keeping a record of donors, NGOs, and food donations, sending notifications when new donations or requests are made, and tracking the status of food so nothing goes to waste.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772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E5545-B045-AA77-277F-C64A303AB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ER DIAGRAM: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A038E78E-E25D-051F-258C-48FC29BC0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081" y="1817387"/>
            <a:ext cx="7039983" cy="4351338"/>
          </a:xfrm>
        </p:spPr>
      </p:pic>
    </p:spTree>
    <p:extLst>
      <p:ext uri="{BB962C8B-B14F-4D97-AF65-F5344CB8AC3E}">
        <p14:creationId xmlns:p14="http://schemas.microsoft.com/office/powerpoint/2010/main" val="2506809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B4E1FF-394F-9145-1E32-2A256898B109}"/>
              </a:ext>
            </a:extLst>
          </p:cNvPr>
          <p:cNvSpPr txBox="1"/>
          <p:nvPr/>
        </p:nvSpPr>
        <p:spPr>
          <a:xfrm>
            <a:off x="238897" y="230659"/>
            <a:ext cx="5371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</a:rPr>
              <a:t>TABLE STRUCTURES:</a:t>
            </a:r>
            <a:endParaRPr lang="en-IN" sz="36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A35835-120B-B658-D9B3-C717E6335D16}"/>
              </a:ext>
            </a:extLst>
          </p:cNvPr>
          <p:cNvSpPr txBox="1"/>
          <p:nvPr/>
        </p:nvSpPr>
        <p:spPr>
          <a:xfrm>
            <a:off x="238897" y="876990"/>
            <a:ext cx="3830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Table 1 : Donor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8FA0F-0E26-1D80-655D-CAEA8A9FF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77" y="1291431"/>
            <a:ext cx="4353533" cy="17623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9A26DD-B16D-5B81-D43D-55C4DD616305}"/>
              </a:ext>
            </a:extLst>
          </p:cNvPr>
          <p:cNvSpPr txBox="1"/>
          <p:nvPr/>
        </p:nvSpPr>
        <p:spPr>
          <a:xfrm>
            <a:off x="5597611" y="105412"/>
            <a:ext cx="252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Table 2 : NGO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767A4C-61C3-5DAB-E4CD-2D61543FF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415" y="491220"/>
            <a:ext cx="4105848" cy="16004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E19E8D-BA2A-EC6F-5D93-42467FA28FA0}"/>
              </a:ext>
            </a:extLst>
          </p:cNvPr>
          <p:cNvSpPr txBox="1"/>
          <p:nvPr/>
        </p:nvSpPr>
        <p:spPr>
          <a:xfrm>
            <a:off x="238897" y="3244334"/>
            <a:ext cx="354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Table 3:  Food Donation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98B5A4-E8EE-24C1-FADB-71C4296C2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9" y="3613666"/>
            <a:ext cx="5419892" cy="24958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18BC00-C1AB-9CF4-E9BA-2E7D795D75AB}"/>
              </a:ext>
            </a:extLst>
          </p:cNvPr>
          <p:cNvSpPr txBox="1"/>
          <p:nvPr/>
        </p:nvSpPr>
        <p:spPr>
          <a:xfrm>
            <a:off x="5597611" y="2226810"/>
            <a:ext cx="36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Table 4 : Donation-Request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4EC669-6A28-CD8E-70FB-6F552557B1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2963" y="2720401"/>
            <a:ext cx="5419892" cy="17623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F5DCFBB-7D1F-8FE5-0F4D-66F9AEC6D844}"/>
              </a:ext>
            </a:extLst>
          </p:cNvPr>
          <p:cNvSpPr txBox="1"/>
          <p:nvPr/>
        </p:nvSpPr>
        <p:spPr>
          <a:xfrm>
            <a:off x="5782963" y="4637903"/>
            <a:ext cx="2949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 5 :Admin Notifications</a:t>
            </a: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F4919E-FBF3-77B2-4E68-44010144B0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3430" y="5033088"/>
            <a:ext cx="5382376" cy="176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79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8CB88-1329-AC04-91CF-167488624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Queries: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6BCB5-F178-98C4-86D7-4E591C2DC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Find all the Donors List?                               2. Find all the Ngo list?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86B285-1F5B-E6FD-979D-248B74137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94162"/>
            <a:ext cx="5172797" cy="3286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5AE8A3-C126-1A2C-122B-CEC98239D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232" y="2494162"/>
            <a:ext cx="4315427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166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B67C9B-757D-A5B3-720E-4A1C6C0C91DE}"/>
              </a:ext>
            </a:extLst>
          </p:cNvPr>
          <p:cNvSpPr txBox="1"/>
          <p:nvPr/>
        </p:nvSpPr>
        <p:spPr>
          <a:xfrm>
            <a:off x="148281" y="263611"/>
            <a:ext cx="56429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3.List all donation requests with NGO and donation details?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0FD83E-A5BE-9E11-0F55-4DADDA075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1" y="1063819"/>
            <a:ext cx="5494638" cy="39724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CF93DD-CBAA-A908-A7BA-BCB67AE603C4}"/>
              </a:ext>
            </a:extLst>
          </p:cNvPr>
          <p:cNvSpPr txBox="1"/>
          <p:nvPr/>
        </p:nvSpPr>
        <p:spPr>
          <a:xfrm>
            <a:off x="6096000" y="444843"/>
            <a:ext cx="5840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4. Total quantity of food donated by each donor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772B51-F833-A4F0-6236-13ECCF7EB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800" y="1140029"/>
            <a:ext cx="5191850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830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45AE0-6471-B5F0-9EAF-A55A520D1554}"/>
              </a:ext>
            </a:extLst>
          </p:cNvPr>
          <p:cNvSpPr txBox="1"/>
          <p:nvPr/>
        </p:nvSpPr>
        <p:spPr>
          <a:xfrm>
            <a:off x="148281" y="222422"/>
            <a:ext cx="4753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5.Find donors who have donated more than 40 units in total?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3DF3F9-C665-F71E-78FA-F0040A22D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1" y="1287963"/>
            <a:ext cx="5334744" cy="32770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113AED-63E4-D681-78A3-7E2B7A32CF6D}"/>
              </a:ext>
            </a:extLst>
          </p:cNvPr>
          <p:cNvSpPr txBox="1"/>
          <p:nvPr/>
        </p:nvSpPr>
        <p:spPr>
          <a:xfrm>
            <a:off x="5890054" y="428368"/>
            <a:ext cx="630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6. List donations that will expire in the next 3 days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F7DE65-255D-BC84-485E-D63C80A06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67807"/>
            <a:ext cx="5733536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4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D85163-C9A9-0161-A9D5-5E7A4B05CAE5}"/>
              </a:ext>
            </a:extLst>
          </p:cNvPr>
          <p:cNvSpPr txBox="1"/>
          <p:nvPr/>
        </p:nvSpPr>
        <p:spPr>
          <a:xfrm>
            <a:off x="98854" y="214184"/>
            <a:ext cx="5873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7. Select all food donations that are still available?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05FFE-BD1E-8249-6922-5E056A4B6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4" y="860515"/>
            <a:ext cx="7784757" cy="2857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CBB242-3799-803C-4879-A8309EFBB2FC}"/>
              </a:ext>
            </a:extLst>
          </p:cNvPr>
          <p:cNvSpPr txBox="1"/>
          <p:nvPr/>
        </p:nvSpPr>
        <p:spPr>
          <a:xfrm>
            <a:off x="230659" y="3888259"/>
            <a:ext cx="7035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8. Count total number of donors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4082B4-EA8C-DB83-F6E6-8C90C1661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18" y="4522593"/>
            <a:ext cx="5963482" cy="15527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8D09D9-8830-6943-1686-6AAFA0109055}"/>
              </a:ext>
            </a:extLst>
          </p:cNvPr>
          <p:cNvSpPr txBox="1"/>
          <p:nvPr/>
        </p:nvSpPr>
        <p:spPr>
          <a:xfrm>
            <a:off x="6376086" y="3987114"/>
            <a:ext cx="542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9. Count total number of NGOs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942D02-EE09-38CB-EC28-EEBB7097A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086" y="4539957"/>
            <a:ext cx="4410691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44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D84C1F-6F71-48CA-D8D7-E55BCE94BA62}"/>
              </a:ext>
            </a:extLst>
          </p:cNvPr>
          <p:cNvSpPr txBox="1"/>
          <p:nvPr/>
        </p:nvSpPr>
        <p:spPr>
          <a:xfrm>
            <a:off x="189470" y="271849"/>
            <a:ext cx="5165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10. Select all donation requests that are pending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4AE40F-4F95-E550-5631-E71972AB5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70" y="918180"/>
            <a:ext cx="5639587" cy="30293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9F3BFE-0C9C-F715-4242-84B796E42D5B}"/>
              </a:ext>
            </a:extLst>
          </p:cNvPr>
          <p:cNvSpPr txBox="1"/>
          <p:nvPr/>
        </p:nvSpPr>
        <p:spPr>
          <a:xfrm>
            <a:off x="6334897" y="428368"/>
            <a:ext cx="5461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11. List all donations along with donor name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8771F9-EB81-21E5-AA31-20508C5EE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897" y="1074699"/>
            <a:ext cx="5219824" cy="30674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DC5414-0C2B-4363-DD64-F984D7F495BC}"/>
              </a:ext>
            </a:extLst>
          </p:cNvPr>
          <p:cNvSpPr txBox="1"/>
          <p:nvPr/>
        </p:nvSpPr>
        <p:spPr>
          <a:xfrm>
            <a:off x="189470" y="4201297"/>
            <a:ext cx="6829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12. List all donation requests with NGO and donation details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11D0BF-6846-6F4C-5009-059220939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706" y="4580671"/>
            <a:ext cx="8802328" cy="204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03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37E992-170D-E3F3-A212-32E23D5CD638}"/>
              </a:ext>
            </a:extLst>
          </p:cNvPr>
          <p:cNvSpPr txBox="1"/>
          <p:nvPr/>
        </p:nvSpPr>
        <p:spPr>
          <a:xfrm>
            <a:off x="172995" y="172995"/>
            <a:ext cx="579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13. Total quantity of food donated by each donor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66F131-9F05-A2B0-574A-90998C0B7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95" y="922879"/>
            <a:ext cx="5782482" cy="27429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F1DE95-445E-A853-44FD-F4D34DFF7C64}"/>
              </a:ext>
            </a:extLst>
          </p:cNvPr>
          <p:cNvSpPr txBox="1"/>
          <p:nvPr/>
        </p:nvSpPr>
        <p:spPr>
          <a:xfrm>
            <a:off x="271849" y="3797643"/>
            <a:ext cx="5683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14. Total pending requests for each NGO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4ACCC2-7F5A-F14F-1A25-88183EE96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49" y="4104503"/>
            <a:ext cx="6220693" cy="2675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93AF17-D42B-760D-0312-4B91CFDFE009}"/>
              </a:ext>
            </a:extLst>
          </p:cNvPr>
          <p:cNvSpPr txBox="1"/>
          <p:nvPr/>
        </p:nvSpPr>
        <p:spPr>
          <a:xfrm>
            <a:off x="6532605" y="313038"/>
            <a:ext cx="4868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15. Count donations by status (Available, Complete, Expired)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9F2B96-2689-DE40-A9FF-BCC47E6EC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154" y="1266229"/>
            <a:ext cx="5915851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622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0BC626-12CD-5468-3DC2-359F8FC0CC91}"/>
              </a:ext>
            </a:extLst>
          </p:cNvPr>
          <p:cNvSpPr txBox="1"/>
          <p:nvPr/>
        </p:nvSpPr>
        <p:spPr>
          <a:xfrm>
            <a:off x="189470" y="271849"/>
            <a:ext cx="5906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Insights:</a:t>
            </a:r>
            <a:endParaRPr lang="en-IN" sz="40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9C3073-81F0-7859-8E08-EC16B385C501}"/>
              </a:ext>
            </a:extLst>
          </p:cNvPr>
          <p:cNvSpPr txBox="1"/>
          <p:nvPr/>
        </p:nvSpPr>
        <p:spPr>
          <a:xfrm>
            <a:off x="313038" y="1153297"/>
            <a:ext cx="114011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onsolas" panose="020B0609020204030204" pitchFamily="49" charset="0"/>
              </a:rPr>
              <a:t>NGOs like Smile Foundation &amp; Care &amp; Share show consistent request activity.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onsolas" panose="020B0609020204030204" pitchFamily="49" charset="0"/>
              </a:rPr>
              <a:t>20 donors registered → mix of Restaurants &amp; Households.</a:t>
            </a:r>
          </a:p>
          <a:p>
            <a:endParaRPr lang="en-IN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onsolas" panose="020B0609020204030204" pitchFamily="49" charset="0"/>
              </a:rPr>
              <a:t>Restaurants donate in bulk (rice, pulses, oil, eggs).</a:t>
            </a:r>
          </a:p>
          <a:p>
            <a:endParaRPr lang="en-IN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onsolas" panose="020B0609020204030204" pitchFamily="49" charset="0"/>
              </a:rPr>
              <a:t>Households contribute smaller but diverse items (fruits, bread, vegetables).</a:t>
            </a:r>
          </a:p>
          <a:p>
            <a:endParaRPr lang="en-IN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onsolas" panose="020B0609020204030204" pitchFamily="49" charset="0"/>
              </a:rPr>
              <a:t>Top Donors (by total quantity):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onsolas" panose="020B0609020204030204" pitchFamily="49" charset="0"/>
              </a:rPr>
              <a:t>Vamshi (Rice – 50 units)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onsolas" panose="020B0609020204030204" pitchFamily="49" charset="0"/>
              </a:rPr>
              <a:t>Nithin (Eggs – 60 units)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onsolas" panose="020B0609020204030204" pitchFamily="49" charset="0"/>
              </a:rPr>
              <a:t>Anjali (Pulses – 40 units)</a:t>
            </a:r>
          </a:p>
        </p:txBody>
      </p:sp>
    </p:spTree>
    <p:extLst>
      <p:ext uri="{BB962C8B-B14F-4D97-AF65-F5344CB8AC3E}">
        <p14:creationId xmlns:p14="http://schemas.microsoft.com/office/powerpoint/2010/main" val="3744187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9202B-A194-6793-1E9A-D5DEBE846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7A93F0-BA7B-2501-D32D-4A2842B0CC07}"/>
              </a:ext>
            </a:extLst>
          </p:cNvPr>
          <p:cNvSpPr txBox="1"/>
          <p:nvPr/>
        </p:nvSpPr>
        <p:spPr>
          <a:xfrm>
            <a:off x="829962" y="1754659"/>
            <a:ext cx="94508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The Food Donation Management System makes it easy to manage food donations. It: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onsolas" panose="020B0609020204030204" pitchFamily="49" charset="0"/>
              </a:rPr>
              <a:t>Tracks donations and requests in real time.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onsolas" panose="020B0609020204030204" pitchFamily="49" charset="0"/>
              </a:rPr>
              <a:t>Sends alerts for new donors, NGOs, and donations.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onsolas" panose="020B0609020204030204" pitchFamily="49" charset="0"/>
              </a:rPr>
              <a:t>Marks expired food automatically to prevent wastage.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onsolas" panose="020B0609020204030204" pitchFamily="49" charset="0"/>
              </a:rPr>
              <a:t>Shows useful reports like top donors or pending requests.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onsolas" panose="020B0609020204030204" pitchFamily="49" charset="0"/>
              </a:rPr>
              <a:t>Overall, it helps food reach the people who need it faster and without waste, while keeping everything organized.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97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E94745-B3C8-F593-F709-3A8DA0E2A3F2}"/>
              </a:ext>
            </a:extLst>
          </p:cNvPr>
          <p:cNvSpPr txBox="1"/>
          <p:nvPr/>
        </p:nvSpPr>
        <p:spPr>
          <a:xfrm>
            <a:off x="2800863" y="2767280"/>
            <a:ext cx="64584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Consolas" panose="020B0609020204030204" pitchFamily="49" charset="0"/>
              </a:rPr>
              <a:t>THANK YOU</a:t>
            </a:r>
            <a:endParaRPr lang="en-IN" sz="8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85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435</Words>
  <Application>Microsoft Office PowerPoint</Application>
  <PresentationFormat>Widescreen</PresentationFormat>
  <Paragraphs>53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Wingdings</vt:lpstr>
      <vt:lpstr>Office Theme</vt:lpstr>
      <vt:lpstr> Food Donation Management System </vt:lpstr>
      <vt:lpstr>Problem Statement:</vt:lpstr>
      <vt:lpstr>ER DIAGRAM:</vt:lpstr>
      <vt:lpstr>PowerPoint Presentation</vt:lpstr>
      <vt:lpstr>Queries: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Bharadwaj</dc:creator>
  <cp:lastModifiedBy>Anand Bharadwaj</cp:lastModifiedBy>
  <cp:revision>3</cp:revision>
  <dcterms:created xsi:type="dcterms:W3CDTF">2025-09-22T13:29:15Z</dcterms:created>
  <dcterms:modified xsi:type="dcterms:W3CDTF">2025-09-22T15:13:50Z</dcterms:modified>
</cp:coreProperties>
</file>